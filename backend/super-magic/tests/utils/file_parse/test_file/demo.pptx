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你好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世界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我是</a:t>
            </a:r>
            <a:r>
              <a:rPr lang="zh-CN" altLang="en-US"/>
              <a:t>麦吉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表格</Application>
  <PresentationFormat>宽屏</PresentationFormat>
  <Paragraphs>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lihq1403</cp:lastModifiedBy>
  <cp:revision>165</cp:revision>
  <dcterms:created xsi:type="dcterms:W3CDTF">2025-09-17T11:40:45Z</dcterms:created>
  <dcterms:modified xsi:type="dcterms:W3CDTF">2025-09-17T11:40:45Z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321A093D645E112F2A9ECA68F176326C_41</vt:lpwstr>
  </property>
</Properties>
</file>