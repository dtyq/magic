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图片演示文稿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包含多张图片的测试文件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2 - 带图片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st_im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1828800" cy="1371600"/>
          </a:xfrm>
          <a:prstGeom prst="rect">
            <a:avLst/>
          </a:prstGeom>
        </p:spPr>
      </p:pic>
      <p:pic>
        <p:nvPicPr>
          <p:cNvPr id="5" name="Picture 4" descr="test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 3 - 纯文本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这张幻灯片没有图片，只有文字内容。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aisy-8476666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WPS 表格</Application>
  <PresentationFormat>On-screen Show (4:3)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图片演示文稿</vt:lpstr>
      <vt:lpstr>幻灯片 2 - 带图片</vt:lpstr>
      <vt:lpstr>幻灯片 3 - 纯文本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lihq1403</cp:lastModifiedBy>
  <cp:revision>2</cp:revision>
  <dcterms:created xsi:type="dcterms:W3CDTF">2025-09-29T06:39:12Z</dcterms:created>
  <dcterms:modified xsi:type="dcterms:W3CDTF">2025-09-29T06:39:12Z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5C2A7839B1E8F42E9029DA68533A0C78_42</vt:lpwstr>
  </property>
  <property fmtid="{D5CDD505-2E9C-101B-9397-08002B2CF9AE}" pid="3" name="KSOProductBuildVer">
    <vt:lpwstr>2052-12.1.22553.22553</vt:lpwstr>
  </property>
</Properties>
</file>